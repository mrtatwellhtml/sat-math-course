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(1.7-e-01) answer: 10  —  Let m be the number of miles. The flat fee is constant and the mileage charge is 2m, so 6 + 2m = 26. Subtracting 6 gives 2m = 20, so m = 10 miles.
Q2 (1.7-m-01) answer: A) 18  —  Let s be the number of scones. Twice as many muffins as scones means muffins = 2s. The total gives s + 2s = 54, so 3s = 54 and s = 18 scones. (The cafe sold 36 muffins, and 18 + 36 = 54.)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(1.7-e-02) answer: C) 11  —  Let the number be n. Twice the number is 2n, and five less than that is 2n − 5, so 2n − 5 = 17. Adding 5 gives 2n = 22, so n = 11. Checking, 2(11) − 5 = 17.
Q2 (1.7-m-02) answer: 180  —  Let t be the number of texts. The bill is the fixed 25 dollars plus 0.10t dollars, so 25 + 0.10t = 43. Subtracting 25 gives 0.10t = 18, and dividing by 0.10 gives t = 180 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(1.7-m-03) answer: B) 10  —  Let t be the number of minutes. Draining removes 15t liters from the starting 240, so 240 − 15t = 90. Subtracting 240 gives −15t = −150, so t = 10 minutes. Checking, 240 − 15(10) = 90.
Q2 (1.7-h-01) answer: D) 32  —  Let m be the number of muffins, so the number of cookies is 2m. The money taken in is 3m + 2(2m) = 7m, so 7m = 112 and m = 16. The number of cookies is 2m = 32. Checking, 3(16) + 2(32) = 48 + 64 = 112.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him WHY before he starts or he will solve them all. Say nothing unless he is stuck ninety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088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804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equation before you touch the arithmetic.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Math  ·  Session 4  ·  18 October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eight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weeks, all still running.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05740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 − 4x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f(−3).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51460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59152"/>
            <a:ext cx="205740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through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−5) and (6,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59152"/>
            <a:ext cx="205740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y-intercept of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− 2y = 18?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59152"/>
            <a:ext cx="205740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3x − 1 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+ y = 9.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x.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gets dropped because we moved on. Each week keeps the one before it alive.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marks actually 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36192"/>
            <a:ext cx="420624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question 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536192"/>
            <a:ext cx="576072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got it right. Two-step setup, clean.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62128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694432"/>
            <a:ext cx="420624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question 22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694432"/>
            <a:ext cx="576072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out 0.18 × 220, then stopped.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377952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52672"/>
            <a:ext cx="420624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tells 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852672"/>
            <a:ext cx="576072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arithmetic is not the problem.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 are decided in the first fifteen seconds, before you calculate anything.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part we are working on today.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patterns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 reuses them. All of them.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patterns, over and 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4475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total is 94"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4447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94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8483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 less than x"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848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− 7      not  7 − 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249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"18 dollars for each month"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2491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3649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"15% of the price"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3649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00507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"muffins and scones came to 94.50"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0050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2.25m + 3.50s = 94.50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64515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"twice as many apples as pears"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6451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2p      not  2a = 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in red are where the marks go. Both of them read backwards from how they sound.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"Less than" runs backwards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less than a number. Start at the number, then go down seven.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SOUNDS LIKE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7 − 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it left to right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wrote it down 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order.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− 7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x. Take 7 off 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you start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 written first.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with a number. Seven less than 20 is 13, so it has to be 20 − 7.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expression gives −13, you wrote it backwards.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"Twice as many" also runs backwards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as many apples as pears. Let a be apples and p be pears.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SOUNDS LIKE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= 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is next to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 in the sentence,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went next to 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166360" cy="2161642"/>
          </a:xfrm>
          <a:prstGeom prst="roundRect">
            <a:avLst>
              <a:gd name="adj" fmla="val 423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04872"/>
            <a:ext cx="4709160" cy="129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MORE apples.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apples is the side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gets multiplied.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one there is more of. The 2 goes with the bigger quantity.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pears means six apples: a = 2(3) = 6. Check it with real numbers every time.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steps, every 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720090"/>
          </a:xfrm>
          <a:prstGeom prst="roundRect">
            <a:avLst>
              <a:gd name="adj" fmla="val 1269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27632"/>
            <a:ext cx="8229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27632"/>
            <a:ext cx="914400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unknown. Write it down.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366010"/>
            <a:ext cx="10881360" cy="720090"/>
          </a:xfrm>
          <a:prstGeom prst="roundRect">
            <a:avLst>
              <a:gd name="adj" fmla="val 1269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39162"/>
            <a:ext cx="8229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439162"/>
            <a:ext cx="914400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quantities and their units.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177540"/>
            <a:ext cx="10881360" cy="720090"/>
          </a:xfrm>
          <a:prstGeom prst="roundRect">
            <a:avLst>
              <a:gd name="adj" fmla="val 1269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250692"/>
            <a:ext cx="8229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250692"/>
            <a:ext cx="914400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sentence with "is" or "total" in it.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989070"/>
            <a:ext cx="10881360" cy="720090"/>
          </a:xfrm>
          <a:prstGeom prst="roundRect">
            <a:avLst>
              <a:gd name="adj" fmla="val 1269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62222"/>
            <a:ext cx="82296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4062222"/>
            <a:ext cx="9144000" cy="57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equation. Read it back as the story.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the one you will skip. It is the one that catches a backwards equation.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out loud if you have to. If it does not sound like the story, it is not the story.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worked all the way through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gym charges a 45 dollar joining fee plus 20 dollars a month. A member has paid 205 dollars. How many months?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1051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unknown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81051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m = the number of months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4505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and units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4505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dollars once, 20 dollars per month, 205 total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090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0906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"has paid 205" — that is the equals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7307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73075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 + 45 = 205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3708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back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37083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"20 a month plus the 45 fee comes to 205"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 do you solve it. 20m = 160, so m = 8.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set these 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equation. Do not solve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824033"/>
          </a:xfrm>
          <a:prstGeom prst="roundRect">
            <a:avLst>
              <a:gd name="adj" fmla="val 323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WRITE YOUR ANSWER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115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courier charges a flat fee of 6 dollars for a delivery plus 2 dollars for each mile driven. One delivery cost 26 dollars. How many miles was that delivery?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2824033"/>
          </a:xfrm>
          <a:prstGeom prst="roundRect">
            <a:avLst>
              <a:gd name="adj" fmla="val 323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40280"/>
            <a:ext cx="4791456" cy="89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cafe sold twice as many muffins as scones one morning. Together it sold 54 of these two items. How many scones did it sell?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3240268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18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27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36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108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the traps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is a reversal. One is a direction.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 than twice a number is 17. What is the number?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73995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−6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11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44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WRITE YOUR 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240280"/>
            <a:ext cx="4791456" cy="115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plan costs 25 dollars per month plus 0.10 dollars for each text message sent. One month the bill was 43 dollars. How many text messages were sent that month?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all the way through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up, then solve.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89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tank holds 240 liters of water and drains at a steady rate of 15 liters per minute. After how many minutes does the tank hold 90 liters?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40268"/>
            <a:ext cx="4791456" cy="1240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10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16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22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240280"/>
            <a:ext cx="4791456" cy="115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bakery sells muffins for 3 dollars each and cookies for 2 dollars each. On Monday it sold twice as many cookies as muffins and took in 112 dollars from these two items. How many cookies did it sell?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3506541"/>
            <a:ext cx="4791456" cy="9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14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16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28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32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20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questions. You set up all ten. You solve two of them.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TWO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already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works. Practising it 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practising the part that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broken.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8640" y="182880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45059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unknown first.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paper, not 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828800"/>
            <a:ext cx="3444240" cy="1901220"/>
          </a:xfrm>
          <a:prstGeom prst="roundRect">
            <a:avLst>
              <a:gd name="adj" fmla="val 481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580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05800" y="2450592"/>
            <a:ext cx="2987040" cy="103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equation 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sentence before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 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them unsolved will feel wrong. Do it anyway.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setups teaches you more today than three full solutions would.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sittings. Not one long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568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568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signs, slope, systems.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19568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44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944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Setups only. Do not solve.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traps.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7000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919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19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D, 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919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solve; six mixed, timed.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919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full practice test this week — due Friday 24 October.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361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is not the arithmetic.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04872"/>
            <a:ext cx="108813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deciding what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write down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first place.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4748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unknown. Read it back as the story.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- Session 4</dc:title>
  <dc:subject>PptxGenJS Presentation</dc:subject>
  <dc:creator>SAT Math: Foundations to Mastery</dc:creator>
  <cp:lastModifiedBy>SAT Math: Foundations to Mastery</cp:lastModifiedBy>
  <cp:revision>1</cp:revision>
  <dcterms:created xsi:type="dcterms:W3CDTF">2026-10-17T03:30:53Z</dcterms:created>
  <dcterms:modified xsi:type="dcterms:W3CDTF">2026-10-17T03:30:53Z</dcterms:modified>
</cp:coreProperties>
</file>
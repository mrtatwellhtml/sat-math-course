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it. Under four minutes and all four right means the sign work held.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him point at the 20 and the 45 in each of the four. Do not move on until he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diagnostic Q22. It is a reading failure, not a maths one. Say that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(1.1-e-02) answer: A) −7  —  Distribute on the left: 3x + 12 = x − 2. Subtract x: 2x + 12 = −2. Subtract 12: 2x = −14, so x = −7. Checking, 3(−7 + 4) = −9 and − 7 − 2 = −9.
Q2 (1.1-m-04) answer: D) Infinitely many solutions  —  Distribute and collect on the left: 4x − 12 + 2 = 4x − 10. The two sides are now identical, so subtracting 4x leaves − 10 = −10, a true statement with no variable in it. Every value of x works, so there are infinitely many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(1.2-e-01) answer: D) 6/5  —  Slope is the change in y over the change in x: 7 − 1/2 − (−3). The numerator is 7 − 1 = 6. In the denominator, 2 − (−3) = 2 + 3 = 5. So the slope is 6/5.
Q2 (1.2-m-06) answer: -2  —  From x = −2 to x = 1, the input changes by 1 − (−2) = 3 and the output changes by 5 − 11 = −6. The slope is − 6/3 = −2. The next pair gives − 1 − 5/4 − 1 = −6/3 = −2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(1.3-m-01) answer: A) The seedling was 8 centimeters tall at the start and grows 2.5 centimeters per week  —  At w = 0, H = 2.5(0) + 8 = 8, so the starting height is 8 centimeters. Each additional week adds 2.5 centimeters, since that is the coefficient of w. So the first statement matches the model.
Q2 (1.3-e-01) answer: B) The fixed charge, in dollars, before any miles are driven  —  When m = 0, C = 0.18(0) + 45 = 45, so a rental with no miles driven still costs 45 dollars. The constant term is the fixed charge, and the 0.18 is the cost per 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nothing unless he is stuck for ninety seconds. Twenty minutes of him working beats twenty of you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0886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804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relationship, four costumes.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Math  ·  Session 2  ·  4 October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— eight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calculator. Brackets on every substitution.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1445484"/>
          </a:xfrm>
          <a:prstGeom prst="roundRect">
            <a:avLst>
              <a:gd name="adj" fmla="val 63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59152"/>
            <a:ext cx="2057400" cy="57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9 − (−4)  =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514600" cy="1445484"/>
          </a:xfrm>
          <a:prstGeom prst="roundRect">
            <a:avLst>
              <a:gd name="adj" fmla="val 63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59152"/>
            <a:ext cx="2057400" cy="57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−(5 − 12)  =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514600" cy="1445484"/>
          </a:xfrm>
          <a:prstGeom prst="roundRect">
            <a:avLst>
              <a:gd name="adj" fmla="val 63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59152"/>
            <a:ext cx="2057400" cy="57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2x² − 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f(−3).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514600" cy="1445484"/>
          </a:xfrm>
          <a:prstGeom prst="roundRect">
            <a:avLst>
              <a:gd name="adj" fmla="val 63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59152"/>
            <a:ext cx="2057400" cy="57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6 − 3x ≥ 18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of those felt slow, say so now rather than at the end.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was the foundation for everything today sits 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got 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536192"/>
            <a:ext cx="29260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536192"/>
            <a:ext cx="70408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of your seventeen were one error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62128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94432"/>
            <a:ext cx="29260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94432"/>
            <a:ext cx="70408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substitution gets brackets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779520"/>
            <a:ext cx="10881360" cy="929640"/>
          </a:xfrm>
          <a:prstGeom prst="roundRect">
            <a:avLst>
              <a:gd name="adj" fmla="val 983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52672"/>
            <a:ext cx="29260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852672"/>
            <a:ext cx="704088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— about five or six questions on the test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not a new topic on top of last week. It is the first topic that needed last week to work.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line, four costumes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SAT rarely asks you to do anything hard to a line.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line, four ways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gym charges a $45 joining fee and $20 a month.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591970"/>
          </a:xfrm>
          <a:prstGeom prst="roundRect">
            <a:avLst>
              <a:gd name="adj" fmla="val 574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SENTENCE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13432"/>
            <a:ext cx="2057400" cy="723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 to join, then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for each month.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591970"/>
          </a:xfrm>
          <a:prstGeom prst="roundRect">
            <a:avLst>
              <a:gd name="adj" fmla="val 574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13432"/>
            <a:ext cx="2057400" cy="723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months → $45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 → $65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→ $85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591970"/>
          </a:xfrm>
          <a:prstGeom prst="roundRect">
            <a:avLst>
              <a:gd name="adj" fmla="val 574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GRAPH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13432"/>
            <a:ext cx="2057400" cy="723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45 on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axis, climbs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for every 1 across.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591970"/>
          </a:xfrm>
          <a:prstGeom prst="roundRect">
            <a:avLst>
              <a:gd name="adj" fmla="val 574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EQUATION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313432"/>
            <a:ext cx="2057400" cy="723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20m + 45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costumes, one relationship. The question is which costume it is wearing.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 and the 45 are in all four. Point at them in each before you move 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slope is the "per"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688086"/>
          </a:xfrm>
          <a:prstGeom prst="roundRect">
            <a:avLst>
              <a:gd name="adj" fmla="val 1328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536192"/>
            <a:ext cx="47548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per month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536192"/>
            <a:ext cx="52120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20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315718"/>
            <a:ext cx="10881360" cy="688086"/>
          </a:xfrm>
          <a:prstGeom prst="roundRect">
            <a:avLst>
              <a:gd name="adj" fmla="val 1328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388870"/>
            <a:ext cx="47548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litres per minute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88870"/>
            <a:ext cx="52120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12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168396"/>
            <a:ext cx="10881360" cy="688086"/>
          </a:xfrm>
          <a:prstGeom prst="roundRect">
            <a:avLst>
              <a:gd name="adj" fmla="val 1328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241548"/>
            <a:ext cx="47548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3 degrees each hour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241548"/>
            <a:ext cx="52120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−3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021074"/>
            <a:ext cx="10881360" cy="688086"/>
          </a:xfrm>
          <a:prstGeom prst="roundRect">
            <a:avLst>
              <a:gd name="adj" fmla="val 13289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094226"/>
            <a:ext cx="47548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fewer every week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4094226"/>
            <a:ext cx="5212080" cy="5417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= −8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sentence says "per", "each", or "every", it is telling you the slope.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if it says fewer, loses, falls or drops, the slope is negative.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intercept is the "before"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before anything happens. Before any months, any minutes, any miles.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JOINING FEE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591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it on day zero,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month.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8640" y="173736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192024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AMOUNT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3591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already in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before the tap.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77200" y="173736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192024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RATE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3591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$45 on the van hire,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miles.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 = 20m + 45, put m = 0. Everything with an m in it disappears, and 45 is what is left.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an intercept is: the value when the other thing is zero.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93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7548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from two points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(3, −2) and (7, 6):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883920"/>
          </a:xfrm>
          <a:prstGeom prst="roundRect">
            <a:avLst>
              <a:gd name="adj" fmla="val 1034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64792"/>
            <a:ext cx="457200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in y, on top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64792"/>
            <a:ext cx="53949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6 − (−2)  =  8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2758440"/>
            <a:ext cx="10881360" cy="883920"/>
          </a:xfrm>
          <a:prstGeom prst="roundRect">
            <a:avLst>
              <a:gd name="adj" fmla="val 1034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31592"/>
            <a:ext cx="457200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in x, underneath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831592"/>
            <a:ext cx="53949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7 − 3  =  4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3825240"/>
            <a:ext cx="10881360" cy="883920"/>
          </a:xfrm>
          <a:prstGeom prst="roundRect">
            <a:avLst>
              <a:gd name="adj" fmla="val 1034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98392"/>
            <a:ext cx="457200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898392"/>
            <a:ext cx="53949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4  =  2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points in the same order, top and bottom. Brackets round every coordinate.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diagnostic question 4. The formula was never the problem.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Solving: the three that trip people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BOTH SIDES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them on the side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keeps the number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− 4 = 2x + 11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3x = 15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58640" y="137160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7240" y="15544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87240" y="199339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EVERY term by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 first.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ones with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fraction in them.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77200" y="1371600"/>
            <a:ext cx="3444240" cy="2324405"/>
          </a:xfrm>
          <a:prstGeom prst="roundRect">
            <a:avLst>
              <a:gd name="adj" fmla="val 3934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05800" y="15544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VANISHES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05800" y="1993392"/>
            <a:ext cx="2987040" cy="145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mistake. It is the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and the SAT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it directly.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next slide.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669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on the positive side is not a preference. It removes a sign risk instead of managing one.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variable disappears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9339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2(x + 3) = 2x + 11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+ 6 = 2x + 11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= 11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Nothing 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lines are parallel.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5166360" cy="2422063"/>
          </a:xfrm>
          <a:prstGeom prst="roundRect">
            <a:avLst>
              <a:gd name="adj" fmla="val 3775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554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MANY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993392"/>
            <a:ext cx="4709160" cy="1553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2(x + 3) = 2x + 6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+ 6 = 2x + 6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= 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True. Everything 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same 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question: is what is left true or false?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means no solution. True means every number is a solution.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slope is the "per".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intercept is what you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before anything happens.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=  20m  +  45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number mean?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 costs $45 plus $0.18 a mile, so C = 0.18m + 45. A driver travels 220 miles.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640799"/>
          </a:xfrm>
          <a:prstGeom prst="roundRect">
            <a:avLst>
              <a:gd name="adj" fmla="val 5573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13432"/>
            <a:ext cx="470916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 $39.60, and $45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cost before any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are driven.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166360" cy="1640799"/>
          </a:xfrm>
          <a:prstGeom prst="roundRect">
            <a:avLst>
              <a:gd name="adj" fmla="val 5573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8745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TRUE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13432"/>
            <a:ext cx="470916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 $84.60, and $45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cost before any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are driven.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the 45 correctly. You worked out 0.18 × 220 = 39.60 and stopped there.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asked for the total. The fee is part of the total.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solving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one does not have a number for an answer.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35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 of x satisfies 3(x + 4) = x − 2?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707721"/>
            <a:ext cx="4791456" cy="1313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−7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−3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5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solutions does the equation 4(x − 3) + 2 = 4x − 10 have?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973995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 solution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Exactly one solution, x = 0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Exactly one solution, x = 3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Infinitely many solutions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slope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round every coordinate.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passes through the points (−3,1) and (2,7). What is the slope of the line?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73995"/>
            <a:ext cx="4791456" cy="1046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−6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−6/5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5/6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6/5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2557760"/>
          </a:xfrm>
          <a:prstGeom prst="roundRect">
            <a:avLst>
              <a:gd name="adj" fmla="val 357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 ·  WRITE YOUR ANSWER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89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function g has g(−2) = 11, g(1) = 5, g(4) = −1 and g(7) = −7. What is the slope of the graph of g?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what the number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these. Do not calculate.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40280"/>
            <a:ext cx="4791456" cy="89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height H, in centimeters, of a seedling after w weeks of an experiment is modeled by H = 2.5w + 8. Which statement about the model is correct?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40268"/>
            <a:ext cx="4791456" cy="1240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seedling was 8 centimeters tall at the start and grows 2.5 centimeters per week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seedling was 2.5 centimeters tall at the start and grows 8 centimeters per week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seedling grows 10.5 centimeters each week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seedling reaches a height of 8 centimeters after 2.5 weeks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8562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2240280"/>
            <a:ext cx="4791456" cy="62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 rental costs C dollars for a trip of m miles, where C = 0.18m + 45. What does the 45 represent?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973995"/>
            <a:ext cx="4791456" cy="1506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cost, in dollars, of each mile driven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fixed charge, in dollars, before any miles are driven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number of miles included in the rental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total cost, in dollars, of the trip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them on paper first. Then we check together.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and full solutions are in the speaker notes for this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20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each. Brackets on every substitution, and check one answer by putting it back in.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with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on both sides,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two with fractions.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864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8724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SLOPE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8724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two points, from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table, and from 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7200" y="1828800"/>
            <a:ext cx="3444240" cy="1640799"/>
          </a:xfrm>
          <a:prstGeom prst="roundRect">
            <a:avLst>
              <a:gd name="adj" fmla="val 557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5800" y="201168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IT MEANS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305800" y="2450592"/>
            <a:ext cx="2987040" cy="77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model, what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number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for?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think you have one right, do not ask me. Put it back in and see.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81558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for ninety seconds? Then ask.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sittings. Not one long one.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568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9568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568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retention. No calculator.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95681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944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9443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linear equations.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9443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Slope, four ways.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931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000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19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D, 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919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 means; six mixed, timed.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9194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sheet and your error log next Sunday.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3619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SAT will not ask you to do anything hard to a line.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04872"/>
            <a:ext cx="108813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will ask you to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recognise the same one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different costume.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4748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is the "per". Intercept is the "before".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Lines - Session 2</dc:title>
  <dc:subject>PptxGenJS Presentation</dc:subject>
  <dc:creator>SAT Math: Foundations to Mastery</dc:creator>
  <cp:lastModifiedBy>SAT Math: Foundations to Mastery</cp:lastModifiedBy>
  <cp:revision>1</cp:revision>
  <dcterms:created xsi:type="dcterms:W3CDTF">2026-10-11T23:08:43Z</dcterms:created>
  <dcterms:modified xsi:type="dcterms:W3CDTF">2026-10-11T23:08:43Z</dcterms:modified>
</cp:coreProperties>
</file>
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loud. He will find today harder and needs to know that is expected, not a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the sign work from week 1. Same habit, new place. He has the tool already.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live. Make him do all three himself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(3.2-e-01) answer: 8  —  Expanding gives x· x + x· 5 + 3· x + 3· 5 = x² + 5x + 3x + 15. The two middle terms combine to 8x, so the product is x² + 8x + 15 and the coefficient of x is 8. With (x + p)(x + q) the coefficient of x is always p + q.
Q2 (3.2-m-01) answer: B) 6x² + 11x − 10  —  The four products are 3x· 2x = 6x², 3x· 5 = 15x, −2· 2x = −4x, and −2· 5 = −10. The middle terms combine to 15x − 4x = 11x, so the expansion is 6x² + 11x − 10.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(3.3-e-01) answer: A) x = 3 or x = 4  —  Two numbers multiplying to 12 and adding to 7 are 3 and 4, so x² − 7x + 12 = (x − 3)(x − 4). Setting each factor to zero gives x = 3 and x = 4. Checking: 9 − 21 + 12 = 0 and 16 − 28 + 12 = 0.
Q2 (3.3-m-01) answer: A) x = 3 or x = 1/2  —  Since ac = 6 and the middle coefficient is −7, split it as −6x − x: 2x² − 6x − x + 3 = 2x(x − 3) − (x − 3) = (2x − 1)(x − 3). So x = 1/2 or x = 3. Checking x = 12: 2(14) − 72 + 3 = 12 − 72 + 3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(3.3-m-02) answer: 4  —  The solutions of ax² + bx + c = 0 add to −b/a = −−12/3 = 4. The discriminant 144 − 60 = 84 is positive, so two real solutions exist, and they total 4.
Q2 (3.3-h-01) answer: 7  —  One real solution requires (k − 1)² − 4(1)(9) = 0, so (k − 1)² = 36 and k − 1 = ± 6. That gives k = 7 or k = −5, and the positive value is 7. Then x² + 6x + 9 = (x + 3)², which has the single solution x = −3.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0886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804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squared thing has two square roots.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Math  ·  Session 5  ·  25 October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— eight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week. Write the equation only — do not solve.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836115"/>
          </a:xfrm>
          <a:prstGeom prst="roundRect">
            <a:avLst>
              <a:gd name="adj" fmla="val 498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9152"/>
            <a:ext cx="2057400" cy="96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taxi charges 4 dollars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2 a mile. A ride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26. How many miles?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514600" cy="1836115"/>
          </a:xfrm>
          <a:prstGeom prst="roundRect">
            <a:avLst>
              <a:gd name="adj" fmla="val 498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59152"/>
            <a:ext cx="2057400" cy="96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less than three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 number is 31.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14600" cy="1836115"/>
          </a:xfrm>
          <a:prstGeom prst="roundRect">
            <a:avLst>
              <a:gd name="adj" fmla="val 498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59152"/>
            <a:ext cx="2057400" cy="96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club has 60 members,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times as many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juniors as seniors.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14600" cy="1836115"/>
          </a:xfrm>
          <a:prstGeom prst="roundRect">
            <a:avLst>
              <a:gd name="adj" fmla="val 498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359152"/>
            <a:ext cx="2057400" cy="96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 cost 2, pads cost 5.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items cost 28 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unknown first. Read each equation back as the story.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is new ground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36192"/>
            <a:ext cx="40233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to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536192"/>
            <a:ext cx="594360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Lines, systems, inequalities, word problems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62128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694432"/>
            <a:ext cx="40233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one domain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694432"/>
            <a:ext cx="594360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 — about 35% of the test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377952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52672"/>
            <a:ext cx="40233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852672"/>
            <a:ext cx="594360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Math — the other 35%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scored nothing on this half of the diagnostic. That was five weeks ago and you had not been taught it.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today to feel harder than the last four. That is the material, not you.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move, two directions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and factoring are the same thing.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know half of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66360" cy="2422063"/>
          </a:xfrm>
          <a:prstGeom prst="roundRect">
            <a:avLst>
              <a:gd name="adj" fmla="val 37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— YOU CAN DO THIS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84832"/>
            <a:ext cx="4709160" cy="155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+ 3)(x + 5)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+ 5x + 3x + 15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+ 8x + 15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463040"/>
            <a:ext cx="5166360" cy="2422063"/>
          </a:xfrm>
          <a:prstGeom prst="roundRect">
            <a:avLst>
              <a:gd name="adj" fmla="val 37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645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FACTORING — THE SAME, BACKWARDS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84832"/>
            <a:ext cx="4709160" cy="155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+ 8x + 15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two numbers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to 15 and add to 8?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+ 3)(x + 5)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Factoring is not a new skill. It is the one you have, run in the other direction.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to the last number, add to the middle one. That is the whole search.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you should spot instantly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905256"/>
          </a:xfrm>
          <a:prstGeom prst="roundRect">
            <a:avLst>
              <a:gd name="adj" fmla="val 10101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27632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squares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627632"/>
            <a:ext cx="5394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− 49  =  (x + 7)(x − 7)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79192"/>
            <a:ext cx="10881360" cy="905256"/>
          </a:xfrm>
          <a:prstGeom prst="roundRect">
            <a:avLst>
              <a:gd name="adj" fmla="val 10101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52344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square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752344"/>
            <a:ext cx="5394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+ 6x + 9  =  (x + 3)²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803904"/>
            <a:ext cx="10881360" cy="905256"/>
          </a:xfrm>
          <a:prstGeom prst="roundRect">
            <a:avLst>
              <a:gd name="adj" fmla="val 10101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77056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factor, always first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877056"/>
            <a:ext cx="5394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2x² − 8  =  2(x + 2)(x − 2)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 common factor before anything else. It makes everything after it smaller.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squares with a minus between them always factor. Two squares with a plus never do.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solve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first, then pick — same as systems.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it before you solve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708660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73352"/>
            <a:ext cx="53035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factors cleanly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673352"/>
            <a:ext cx="4663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Factor, set each bracket to zero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00300"/>
            <a:ext cx="10881360" cy="708660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73452"/>
            <a:ext cx="53035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squared = a number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73452"/>
            <a:ext cx="4663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root both sides — take BOTH signs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708660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273552"/>
            <a:ext cx="53035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Neither, or the numbers are ugly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73552"/>
            <a:ext cx="4663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 formula, or graph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000500"/>
            <a:ext cx="10881360" cy="708660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73652"/>
            <a:ext cx="53035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only how many solutions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073652"/>
            <a:ext cx="4663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Discriminant. Do not solve it at all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decision you learned for systems, applied to a new shape.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root you are going to lose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(x − 3)² = 16.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STUDENTS WRITE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− 3 =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7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 Half the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− 3 = 4  or  x − 3 = −4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7   or   x = −1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answers. Both 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solutions.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has two square roots: 4 and −4. Four squared is 16, and so is −4 squared.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diagnostic question 15. You put −1 and 5 — you found both roots and then slipped a sign.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Desmos does this faster than you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44240" cy="2324405"/>
          </a:xfrm>
          <a:prstGeom prst="roundRect">
            <a:avLst>
              <a:gd name="adj" fmla="val 393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ROOTS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39112"/>
            <a:ext cx="2987040" cy="14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expression 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...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point where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crosses the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58640" y="1417320"/>
            <a:ext cx="3444240" cy="2324405"/>
          </a:xfrm>
          <a:prstGeom prst="roundRect">
            <a:avLst>
              <a:gd name="adj" fmla="val 393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7240" y="16002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87240" y="2039112"/>
            <a:ext cx="2987040" cy="14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bottom (or top)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curve.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vertex — the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 maximum.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417320"/>
            <a:ext cx="3444240" cy="2324405"/>
          </a:xfrm>
          <a:prstGeom prst="roundRect">
            <a:avLst>
              <a:gd name="adj" fmla="val 393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5800" y="16002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SOLUTIONS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05800" y="2039112"/>
            <a:ext cx="2987040" cy="14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crossings.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Two, one, or none. 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needed.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Bluebook now and do one of each. It is on every single maths question in the test.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expanding and factoring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factorisation by multiplying it back out.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291486"/>
          </a:xfrm>
          <a:prstGeom prst="roundRect">
            <a:avLst>
              <a:gd name="adj" fmla="val 39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WRITE YOUR ANSWER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expansion of (x + 3)(x + 5), what is the coefficient of x?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2291486"/>
          </a:xfrm>
          <a:prstGeom prst="roundRect">
            <a:avLst>
              <a:gd name="adj" fmla="val 39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40280"/>
            <a:ext cx="4791456" cy="35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expression is equivalent to (3x − 2)(2x + 5)?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707721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6x² − 11x − 10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6x² + 11x − 10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6x² + 11x + 10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6x² + 15x − 10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solving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answers should each of these have?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291486"/>
          </a:xfrm>
          <a:prstGeom prst="roundRect">
            <a:avLst>
              <a:gd name="adj" fmla="val 39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35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solutions to x² − 7x + 12 = 0?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707721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x = 3 or x = 4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x = −3 or x = −4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x = 2 or x = 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x = 1 or x = 12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2291486"/>
          </a:xfrm>
          <a:prstGeom prst="roundRect">
            <a:avLst>
              <a:gd name="adj" fmla="val 39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240280"/>
            <a:ext cx="4791456" cy="35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solutions to 2x² − 7x + 3 = 0?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707721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x = 3 or x = 1/2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x = 3/2 or x = 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x = −3 or x = −1/2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x = 6 or x =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in context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will not make sense. Say which, and why.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758940"/>
          </a:xfrm>
          <a:prstGeom prst="roundRect">
            <a:avLst>
              <a:gd name="adj" fmla="val 519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WRITE YOUR ANSWER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sum of the two solutions to 3x² − 12x + 5 = 0?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1758940"/>
          </a:xfrm>
          <a:prstGeom prst="roundRect">
            <a:avLst>
              <a:gd name="adj" fmla="val 519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WRITE YOUR ANSWER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x² + (k − 1)x + 9 = 0 has a repeated real solution, what is the positive value of k?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18 minutes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FACTOR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8483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one by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it back out.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matches 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58640" y="146304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7240" y="164592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SOLVE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87240" y="208483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how many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 expect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77200" y="146304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5800" y="164592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 CONTEXT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05800" y="208483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roots are real.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makes sense.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which, and why.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number of answers first is the habit that stops you losing one.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expected two and have one, you are not finished.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sittings. Not one long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568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9568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9568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translation setups.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0" y="19568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944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944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and factoring.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quadratics.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7000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919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919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D, 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919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context; six mixed, timed.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919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sheet and your error log on 1 November.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92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spent five weeks learning not to lose signs.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61488"/>
            <a:ext cx="108813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same habit,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new place.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6908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squared thing has two square roots.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Quadratics - Session 5</dc:title>
  <dc:subject>PptxGenJS Presentation</dc:subject>
  <dc:creator>SAT Math: Foundations to Mastery</dc:creator>
  <cp:lastModifiedBy>SAT Math: Foundations to Mastery</cp:lastModifiedBy>
  <cp:revision>1</cp:revision>
  <dcterms:created xsi:type="dcterms:W3CDTF">2026-10-17T03:30:53Z</dcterms:created>
  <dcterms:modified xsi:type="dcterms:W3CDTF">2026-10-17T03:30:53Z</dcterms:modified>
</cp:coreProperties>
</file>